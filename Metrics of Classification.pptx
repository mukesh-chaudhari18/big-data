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wX+ZFlbHFG/S8K6O1VQ+0VSy+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5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8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8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2018  DataMites™. All Rights Reserved | www.datamites.com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Classification Metrics</a:t>
            </a:r>
            <a:endParaRPr sz="240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Classification Metrics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-148682" y="728705"/>
            <a:ext cx="8534400" cy="1708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0" i="0" lang="en-US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Classification metrics are used to evaluate the performance of classification models, which predict categorical or discrete values.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4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Types of Classification Metrics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90" name="Google Shape;90;p2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0" y="2571750"/>
            <a:ext cx="619264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Score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 Score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Score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Score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AUC ROC Curve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-624468" y="88106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Confusion Matrix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228600" y="895350"/>
            <a:ext cx="4395439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</a:rPr>
              <a:t>Confusion metrics is a 2 * 2 matrix which describes the performance of the models.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0"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the output can be two or more classes. It is a table with combinations of predicted and actual values.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aluation Metrics For Classification Model confusion matrix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0878" y="971550"/>
            <a:ext cx="3835904" cy="3513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Score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228600" y="854927"/>
            <a:ext cx="89154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383838"/>
                </a:solidFill>
                <a:latin typeface="Calibri"/>
                <a:ea typeface="Calibri"/>
                <a:cs typeface="Calibri"/>
                <a:sym typeface="Calibri"/>
              </a:rPr>
              <a:t>Accuracy Score simply measures how often the classifier correctly predicts. We can define accuracy as the ratio of the number of correct predictions and the total number of predictions.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aluation Metrics For Classification Model accuracy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2229545"/>
            <a:ext cx="65913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360554" y="72310"/>
            <a:ext cx="25684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Recall Score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0" y="705907"/>
            <a:ext cx="9144000" cy="1673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rtl="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Recall Score Gives out of total actual positive, how many are</a:t>
            </a:r>
            <a:endParaRPr/>
          </a:p>
          <a:p>
            <a:pPr indent="0" lvl="0" marL="152400" rtl="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correctly predicted as positive.</a:t>
            </a:r>
            <a:endParaRPr/>
          </a:p>
          <a:p>
            <a:pPr indent="-342900" lvl="0" marL="495300" rtl="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False Negative is knowns as Type 2 error.</a:t>
            </a:r>
            <a:endParaRPr/>
          </a:p>
          <a:p>
            <a:pPr indent="0" lvl="0" marL="152400" rtl="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20" name="Google Shape;120;p5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call Evaluation Metrics For Classification Model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54" y="2821026"/>
            <a:ext cx="49720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152400" y="57150"/>
            <a:ext cx="2828693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Precision Score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14868" y="716930"/>
            <a:ext cx="822960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99" lvl="0" marL="48386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US" sz="2400"/>
              <a:t>Precision Score tells us out of total predicted positives, how many are correctly positives.</a:t>
            </a:r>
            <a:endParaRPr/>
          </a:p>
          <a:p>
            <a:pPr indent="-342899" lvl="0" marL="48386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⮚"/>
            </a:pPr>
            <a:r>
              <a:rPr lang="en-US" sz="2400"/>
              <a:t>False Positive is knowns as Type 1 error.</a:t>
            </a:r>
            <a:endParaRPr/>
          </a:p>
          <a:p>
            <a:pPr indent="-201929" lvl="0" marL="48386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None/>
            </a:pPr>
            <a:r>
              <a:t/>
            </a:r>
            <a:endParaRPr sz="2400"/>
          </a:p>
          <a:p>
            <a:pPr indent="-201929" lvl="0" marL="48386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30" name="Google Shape;130;p6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aluation Metrics For Classification Model precision"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93" y="2442116"/>
            <a:ext cx="52578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52400" y="57150"/>
            <a:ext cx="1758176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F1 Score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0" y="729941"/>
            <a:ext cx="822960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F1 Score gives harmonic mean of precision and recall score.</a:t>
            </a:r>
            <a:endParaRPr sz="2400"/>
          </a:p>
        </p:txBody>
      </p:sp>
      <p:sp>
        <p:nvSpPr>
          <p:cNvPr id="140" name="Google Shape;140;p7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1 Score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51685"/>
            <a:ext cx="50387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152400" y="57150"/>
            <a:ext cx="2858429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AUC ROC Curve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0" y="724364"/>
            <a:ext cx="4572000" cy="41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000"/>
              <a:t>AUC ROC is stand to Area under curve Receiver operating characteristic.</a:t>
            </a:r>
            <a:endParaRPr/>
          </a:p>
          <a:p>
            <a:pPr indent="-342900" lvl="0" marL="4953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000"/>
              <a:t>AUC ROC Curve is a probability curve that plot true positive rate against the false positive rate at various threshold.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alse positive"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258" y="852888"/>
            <a:ext cx="3576251" cy="331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6792951" y="117871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0" y="1863864"/>
            <a:ext cx="9144000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Q&amp;A Session</a:t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226742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