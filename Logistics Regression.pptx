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TKbpKoQc+KQmAPtZqApfI9PWf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5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8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8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2018  DataMites™. All Rights Reserved | www.datamites.com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cap="none"/>
              <a:t>Logistic Regression</a:t>
            </a:r>
            <a:br>
              <a:rPr lang="en-US" sz="4400" cap="none"/>
            </a:br>
            <a:r>
              <a:rPr b="0" lang="en-US" sz="3600" cap="none"/>
              <a:t>Supervised Machine Learning</a:t>
            </a:r>
            <a:endParaRPr b="0" sz="2400" cap="non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89258"/>
            <a:ext cx="1059225" cy="2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Logistic Regression?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Logistic Regression works?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Logistic Regression Assumptions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 of Logistic Regression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 of Logistic Regression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Logistic Regression with Python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Optimizing Logistic Regression model performance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89258"/>
            <a:ext cx="1059225" cy="2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Logistic Regression?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228600" y="895350"/>
            <a:ext cx="6514171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Logistic Regression is a Supervised Machine Learning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/>
              <a:t>      Which is use for classification algorithm.</a:t>
            </a:r>
            <a:endParaRPr/>
          </a:p>
          <a:p>
            <a:pPr indent="-203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 It is used to predict the probability of a categorical dependent variable.</a:t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The dependent variable is a binary variable that contains data coded as 1 (yes/true..) or 0 (No/false..).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89258"/>
            <a:ext cx="1059225" cy="2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8170" l="14077" r="12278" t="6910"/>
          <a:stretch/>
        </p:blipFill>
        <p:spPr>
          <a:xfrm>
            <a:off x="6623825" y="713676"/>
            <a:ext cx="2520176" cy="2490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65" y="846825"/>
            <a:ext cx="3352800" cy="1136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Logistic Regression works?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684635"/>
            <a:ext cx="4816517" cy="150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492967" y="3362249"/>
            <a:ext cx="3470245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Boundaries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h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&gt;= 0.5  then we say y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h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&lt;   0.5 then we say  y =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2851" y="1200150"/>
            <a:ext cx="3908497" cy="286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889258"/>
            <a:ext cx="1059225" cy="2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Assumptions of Logistic Regression</a:t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89258"/>
            <a:ext cx="1059225" cy="28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 b="28656" l="28465" r="29184" t="29963"/>
          <a:stretch/>
        </p:blipFill>
        <p:spPr>
          <a:xfrm>
            <a:off x="3196683" y="1709388"/>
            <a:ext cx="2178204" cy="172472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449659" y="2161798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Multicollinearity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296114" y="828451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Outcomes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543550" y="2035721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sample size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96114" y="3452686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Absence of outliers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Logistic Regression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5853" r="50000" t="21825"/>
          <a:stretch/>
        </p:blipFill>
        <p:spPr>
          <a:xfrm>
            <a:off x="0" y="706244"/>
            <a:ext cx="5999356" cy="418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5999356" y="706244"/>
            <a:ext cx="3144644" cy="41830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Logistic Regression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50000" r="0" t="21969"/>
          <a:stretch/>
        </p:blipFill>
        <p:spPr>
          <a:xfrm>
            <a:off x="-1" y="713541"/>
            <a:ext cx="6110869" cy="4163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6110868" y="713541"/>
            <a:ext cx="3033132" cy="41757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Logistic Regression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457200" y="895350"/>
            <a:ext cx="554959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Image Segmentation and Categorization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Handwriting recognition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Spam filtering -- spam or not spam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Cell image -- cancer or normal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Production line part scan -- good or defective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59" name="Google Shape;159;p8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141" y="3002923"/>
            <a:ext cx="3278460" cy="159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 rotWithShape="1">
          <a:blip r:embed="rId4">
            <a:alphaModFix/>
          </a:blip>
          <a:srcRect b="0" l="2814" r="2336" t="3322"/>
          <a:stretch/>
        </p:blipFill>
        <p:spPr>
          <a:xfrm>
            <a:off x="5865550" y="1025802"/>
            <a:ext cx="3278450" cy="17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Logistic Regression</a:t>
            </a:r>
            <a:endParaRPr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Modeling with Python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(attached in resource section of this module)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/>
        </p:nvSpPr>
        <p:spPr>
          <a:xfrm>
            <a:off x="0" y="1863864"/>
            <a:ext cx="9144000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Q&amp;A Session</a:t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